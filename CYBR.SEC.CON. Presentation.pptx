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60" r:id="rId6"/>
    <p:sldId id="264" r:id="rId7"/>
    <p:sldId id="266" r:id="rId8"/>
    <p:sldId id="262" r:id="rId9"/>
    <p:sldId id="257" r:id="rId10"/>
    <p:sldId id="265" r:id="rId11"/>
    <p:sldId id="263" r:id="rId12"/>
    <p:sldId id="267" r:id="rId13"/>
    <p:sldId id="268" r:id="rId14"/>
    <p:sldId id="269" r:id="rId15"/>
    <p:sldId id="271" r:id="rId16"/>
    <p:sldId id="27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55" d="100"/>
          <a:sy n="155" d="100"/>
        </p:scale>
        <p:origin x="4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ley Voris" userId="57509e41282bb22f" providerId="LiveId" clId="{ADB157D7-E6A3-4911-A3B6-2805583D65A8}"/>
    <pc:docChg chg="undo custSel addSld delSld modSld sldOrd">
      <pc:chgData name="Bradley Voris" userId="57509e41282bb22f" providerId="LiveId" clId="{ADB157D7-E6A3-4911-A3B6-2805583D65A8}" dt="2026-08-20T15:08:02.264" v="3848" actId="2696"/>
      <pc:docMkLst>
        <pc:docMk/>
      </pc:docMkLst>
      <pc:sldChg chg="modSp mod">
        <pc:chgData name="Bradley Voris" userId="57509e41282bb22f" providerId="LiveId" clId="{ADB157D7-E6A3-4911-A3B6-2805583D65A8}" dt="2026-07-21T17:02:33.623" v="1151" actId="1076"/>
        <pc:sldMkLst>
          <pc:docMk/>
          <pc:sldMk cId="3421723016" sldId="256"/>
        </pc:sldMkLst>
        <pc:spChg chg="mod">
          <ac:chgData name="Bradley Voris" userId="57509e41282bb22f" providerId="LiveId" clId="{ADB157D7-E6A3-4911-A3B6-2805583D65A8}" dt="2026-07-21T17:02:33.623" v="1151" actId="1076"/>
          <ac:spMkLst>
            <pc:docMk/>
            <pc:sldMk cId="3421723016" sldId="256"/>
            <ac:spMk id="2" creationId="{00DB12EA-532E-C080-93EE-090AAB8F61E2}"/>
          </ac:spMkLst>
        </pc:spChg>
        <pc:spChg chg="mod">
          <ac:chgData name="Bradley Voris" userId="57509e41282bb22f" providerId="LiveId" clId="{ADB157D7-E6A3-4911-A3B6-2805583D65A8}" dt="2026-07-21T17:02:31.224" v="1150" actId="1076"/>
          <ac:spMkLst>
            <pc:docMk/>
            <pc:sldMk cId="3421723016" sldId="256"/>
            <ac:spMk id="3" creationId="{0B40E5D9-7683-864D-8C64-2188D6DE82BF}"/>
          </ac:spMkLst>
        </pc:spChg>
      </pc:sldChg>
      <pc:sldChg chg="addSp delSp modSp mod">
        <pc:chgData name="Bradley Voris" userId="57509e41282bb22f" providerId="LiveId" clId="{ADB157D7-E6A3-4911-A3B6-2805583D65A8}" dt="2026-07-21T18:10:39.722" v="2524" actId="20577"/>
        <pc:sldMkLst>
          <pc:docMk/>
          <pc:sldMk cId="2100722911" sldId="257"/>
        </pc:sldMkLst>
        <pc:spChg chg="add mod">
          <ac:chgData name="Bradley Voris" userId="57509e41282bb22f" providerId="LiveId" clId="{ADB157D7-E6A3-4911-A3B6-2805583D65A8}" dt="2026-07-21T16:55:29.570" v="1122"/>
          <ac:spMkLst>
            <pc:docMk/>
            <pc:sldMk cId="2100722911" sldId="257"/>
            <ac:spMk id="2" creationId="{45B26A92-66D8-0D9E-F98D-2DA288C446EB}"/>
          </ac:spMkLst>
        </pc:spChg>
        <pc:spChg chg="add mod">
          <ac:chgData name="Bradley Voris" userId="57509e41282bb22f" providerId="LiveId" clId="{ADB157D7-E6A3-4911-A3B6-2805583D65A8}" dt="2026-07-21T18:10:39.722" v="2524" actId="20577"/>
          <ac:spMkLst>
            <pc:docMk/>
            <pc:sldMk cId="2100722911" sldId="257"/>
            <ac:spMk id="40" creationId="{784F9EA0-8E19-F5FA-3A67-1C950F9985AE}"/>
          </ac:spMkLst>
        </pc:spChg>
      </pc:sldChg>
      <pc:sldChg chg="addSp delSp modSp del mod">
        <pc:chgData name="Bradley Voris" userId="57509e41282bb22f" providerId="LiveId" clId="{ADB157D7-E6A3-4911-A3B6-2805583D65A8}" dt="2026-07-07T21:00:19.678" v="655" actId="2696"/>
        <pc:sldMkLst>
          <pc:docMk/>
          <pc:sldMk cId="3360236336" sldId="258"/>
        </pc:sldMkLst>
      </pc:sldChg>
      <pc:sldChg chg="addSp modSp del">
        <pc:chgData name="Bradley Voris" userId="57509e41282bb22f" providerId="LiveId" clId="{ADB157D7-E6A3-4911-A3B6-2805583D65A8}" dt="2026-08-02T12:48:14.994" v="3292" actId="2696"/>
        <pc:sldMkLst>
          <pc:docMk/>
          <pc:sldMk cId="599716715" sldId="259"/>
        </pc:sldMkLst>
      </pc:sldChg>
      <pc:sldChg chg="addSp delSp modSp add mod ord">
        <pc:chgData name="Bradley Voris" userId="57509e41282bb22f" providerId="LiveId" clId="{ADB157D7-E6A3-4911-A3B6-2805583D65A8}" dt="2026-07-21T17:45:52.068" v="1158"/>
        <pc:sldMkLst>
          <pc:docMk/>
          <pc:sldMk cId="1313387334" sldId="260"/>
        </pc:sldMkLst>
        <pc:spChg chg="add mod">
          <ac:chgData name="Bradley Voris" userId="57509e41282bb22f" providerId="LiveId" clId="{ADB157D7-E6A3-4911-A3B6-2805583D65A8}" dt="2026-07-21T16:55:28.100" v="1121"/>
          <ac:spMkLst>
            <pc:docMk/>
            <pc:sldMk cId="1313387334" sldId="260"/>
            <ac:spMk id="2" creationId="{72AC6DC3-756E-2A21-EC4F-CD00ED28CCED}"/>
          </ac:spMkLst>
        </pc:spChg>
        <pc:spChg chg="add mod">
          <ac:chgData name="Bradley Voris" userId="57509e41282bb22f" providerId="LiveId" clId="{ADB157D7-E6A3-4911-A3B6-2805583D65A8}" dt="2026-07-21T17:00:06.104" v="1126" actId="2711"/>
          <ac:spMkLst>
            <pc:docMk/>
            <pc:sldMk cId="1313387334" sldId="260"/>
            <ac:spMk id="10" creationId="{256AD207-05A9-60FD-7684-153671EEEC18}"/>
          </ac:spMkLst>
        </pc:spChg>
        <pc:spChg chg="add mod">
          <ac:chgData name="Bradley Voris" userId="57509e41282bb22f" providerId="LiveId" clId="{ADB157D7-E6A3-4911-A3B6-2805583D65A8}" dt="2026-07-21T17:00:45.423" v="1129" actId="14100"/>
          <ac:spMkLst>
            <pc:docMk/>
            <pc:sldMk cId="1313387334" sldId="260"/>
            <ac:spMk id="11" creationId="{B11BA315-8CC6-9DBA-60AD-239796EB0486}"/>
          </ac:spMkLst>
        </pc:spChg>
      </pc:sldChg>
      <pc:sldChg chg="addSp delSp modSp add mod ord">
        <pc:chgData name="Bradley Voris" userId="57509e41282bb22f" providerId="LiveId" clId="{ADB157D7-E6A3-4911-A3B6-2805583D65A8}" dt="2026-08-02T12:47:08.501" v="3291" actId="1076"/>
        <pc:sldMkLst>
          <pc:docMk/>
          <pc:sldMk cId="1424546455" sldId="261"/>
        </pc:sldMkLst>
        <pc:spChg chg="add mod">
          <ac:chgData name="Bradley Voris" userId="57509e41282bb22f" providerId="LiveId" clId="{ADB157D7-E6A3-4911-A3B6-2805583D65A8}" dt="2026-08-02T12:46:31.227" v="3284"/>
          <ac:spMkLst>
            <pc:docMk/>
            <pc:sldMk cId="1424546455" sldId="261"/>
            <ac:spMk id="4" creationId="{4F8F7C00-EA1F-91A0-4054-5D7E986BEBE1}"/>
          </ac:spMkLst>
        </pc:spChg>
        <pc:picChg chg="add mod">
          <ac:chgData name="Bradley Voris" userId="57509e41282bb22f" providerId="LiveId" clId="{ADB157D7-E6A3-4911-A3B6-2805583D65A8}" dt="2026-08-02T12:47:08.501" v="3291" actId="1076"/>
          <ac:picMkLst>
            <pc:docMk/>
            <pc:sldMk cId="1424546455" sldId="261"/>
            <ac:picMk id="6" creationId="{6AB548C2-1FC5-6E07-C237-5C51C7C9A6DB}"/>
          </ac:picMkLst>
        </pc:picChg>
      </pc:sldChg>
      <pc:sldChg chg="addSp delSp modSp add mod ord">
        <pc:chgData name="Bradley Voris" userId="57509e41282bb22f" providerId="LiveId" clId="{ADB157D7-E6A3-4911-A3B6-2805583D65A8}" dt="2026-08-20T15:07:52.100" v="3847" actId="1076"/>
        <pc:sldMkLst>
          <pc:docMk/>
          <pc:sldMk cId="2769268275" sldId="262"/>
        </pc:sldMkLst>
        <pc:spChg chg="add mod">
          <ac:chgData name="Bradley Voris" userId="57509e41282bb22f" providerId="LiveId" clId="{ADB157D7-E6A3-4911-A3B6-2805583D65A8}" dt="2026-07-21T16:58:16.103" v="1124"/>
          <ac:spMkLst>
            <pc:docMk/>
            <pc:sldMk cId="2769268275" sldId="262"/>
            <ac:spMk id="2" creationId="{63D60327-57FB-916F-557B-8E91A652DADF}"/>
          </ac:spMkLst>
        </pc:spChg>
        <pc:spChg chg="add mod">
          <ac:chgData name="Bradley Voris" userId="57509e41282bb22f" providerId="LiveId" clId="{ADB157D7-E6A3-4911-A3B6-2805583D65A8}" dt="2026-07-21T17:52:25.629" v="1541" actId="20577"/>
          <ac:spMkLst>
            <pc:docMk/>
            <pc:sldMk cId="2769268275" sldId="262"/>
            <ac:spMk id="4" creationId="{3F914E07-91D4-CFF2-A759-97B066800820}"/>
          </ac:spMkLst>
        </pc:spChg>
        <pc:picChg chg="add mod">
          <ac:chgData name="Bradley Voris" userId="57509e41282bb22f" providerId="LiveId" clId="{ADB157D7-E6A3-4911-A3B6-2805583D65A8}" dt="2026-08-20T15:07:52.100" v="3847" actId="1076"/>
          <ac:picMkLst>
            <pc:docMk/>
            <pc:sldMk cId="2769268275" sldId="262"/>
            <ac:picMk id="3" creationId="{B885C7E7-003E-CF32-D447-727BD8C73B92}"/>
          </ac:picMkLst>
        </pc:picChg>
        <pc:picChg chg="del">
          <ac:chgData name="Bradley Voris" userId="57509e41282bb22f" providerId="LiveId" clId="{ADB157D7-E6A3-4911-A3B6-2805583D65A8}" dt="2026-08-20T15:07:25.036" v="3842" actId="478"/>
          <ac:picMkLst>
            <pc:docMk/>
            <pc:sldMk cId="2769268275" sldId="262"/>
            <ac:picMk id="6" creationId="{74CD4A84-3DC8-0D45-FF6B-CFE4A91DB3FA}"/>
          </ac:picMkLst>
        </pc:picChg>
      </pc:sldChg>
      <pc:sldChg chg="addSp delSp modSp add mod ord">
        <pc:chgData name="Bradley Voris" userId="57509e41282bb22f" providerId="LiveId" clId="{ADB157D7-E6A3-4911-A3B6-2805583D65A8}" dt="2026-08-02T12:34:47.299" v="3273" actId="27636"/>
        <pc:sldMkLst>
          <pc:docMk/>
          <pc:sldMk cId="2414635024" sldId="263"/>
        </pc:sldMkLst>
        <pc:spChg chg="add mod">
          <ac:chgData name="Bradley Voris" userId="57509e41282bb22f" providerId="LiveId" clId="{ADB157D7-E6A3-4911-A3B6-2805583D65A8}" dt="2026-07-21T16:55:31.194" v="1123"/>
          <ac:spMkLst>
            <pc:docMk/>
            <pc:sldMk cId="2414635024" sldId="263"/>
            <ac:spMk id="2" creationId="{209DED0E-025A-B49A-323B-C528FD424F51}"/>
          </ac:spMkLst>
        </pc:spChg>
        <pc:spChg chg="add mod">
          <ac:chgData name="Bradley Voris" userId="57509e41282bb22f" providerId="LiveId" clId="{ADB157D7-E6A3-4911-A3B6-2805583D65A8}" dt="2026-07-21T17:54:42.241" v="1562" actId="5793"/>
          <ac:spMkLst>
            <pc:docMk/>
            <pc:sldMk cId="2414635024" sldId="263"/>
            <ac:spMk id="3" creationId="{DF2ACC8B-39D7-50F2-D21F-0909EAA367DF}"/>
          </ac:spMkLst>
        </pc:spChg>
        <pc:spChg chg="add mod">
          <ac:chgData name="Bradley Voris" userId="57509e41282bb22f" providerId="LiveId" clId="{ADB157D7-E6A3-4911-A3B6-2805583D65A8}" dt="2026-08-02T12:34:47.299" v="3273" actId="27636"/>
          <ac:spMkLst>
            <pc:docMk/>
            <pc:sldMk cId="2414635024" sldId="263"/>
            <ac:spMk id="9" creationId="{244EACC5-F748-CE8D-BFC1-F581DFA204C9}"/>
          </ac:spMkLst>
        </pc:spChg>
      </pc:sldChg>
      <pc:sldChg chg="addSp delSp modSp new mod">
        <pc:chgData name="Bradley Voris" userId="57509e41282bb22f" providerId="LiveId" clId="{ADB157D7-E6A3-4911-A3B6-2805583D65A8}" dt="2026-08-20T15:05:23.527" v="3830" actId="1076"/>
        <pc:sldMkLst>
          <pc:docMk/>
          <pc:sldMk cId="1350093591" sldId="264"/>
        </pc:sldMkLst>
        <pc:spChg chg="add mod">
          <ac:chgData name="Bradley Voris" userId="57509e41282bb22f" providerId="LiveId" clId="{ADB157D7-E6A3-4911-A3B6-2805583D65A8}" dt="2026-07-21T16:55:22.354" v="1120" actId="207"/>
          <ac:spMkLst>
            <pc:docMk/>
            <pc:sldMk cId="1350093591" sldId="264"/>
            <ac:spMk id="4" creationId="{682260A6-A472-31E2-CF5B-9025E29D8B10}"/>
          </ac:spMkLst>
        </pc:spChg>
        <pc:spChg chg="add mod">
          <ac:chgData name="Bradley Voris" userId="57509e41282bb22f" providerId="LiveId" clId="{ADB157D7-E6A3-4911-A3B6-2805583D65A8}" dt="2026-07-21T18:09:34.050" v="2509" actId="20577"/>
          <ac:spMkLst>
            <pc:docMk/>
            <pc:sldMk cId="1350093591" sldId="264"/>
            <ac:spMk id="5" creationId="{6C8ECD8E-8DA1-48B5-B4FB-9FDA7877E3B7}"/>
          </ac:spMkLst>
        </pc:spChg>
        <pc:spChg chg="add mod">
          <ac:chgData name="Bradley Voris" userId="57509e41282bb22f" providerId="LiveId" clId="{ADB157D7-E6A3-4911-A3B6-2805583D65A8}" dt="2026-07-21T18:09:57.060" v="2512" actId="1076"/>
          <ac:spMkLst>
            <pc:docMk/>
            <pc:sldMk cId="1350093591" sldId="264"/>
            <ac:spMk id="7" creationId="{6F2BAD36-88D2-A4E2-EE58-4EE88D35E196}"/>
          </ac:spMkLst>
        </pc:spChg>
        <pc:spChg chg="add mod">
          <ac:chgData name="Bradley Voris" userId="57509e41282bb22f" providerId="LiveId" clId="{ADB157D7-E6A3-4911-A3B6-2805583D65A8}" dt="2026-07-21T18:09:58.534" v="2513" actId="1076"/>
          <ac:spMkLst>
            <pc:docMk/>
            <pc:sldMk cId="1350093591" sldId="264"/>
            <ac:spMk id="12" creationId="{21B99578-1F88-CAB5-8273-DBD8E8A2C671}"/>
          </ac:spMkLst>
        </pc:spChg>
        <pc:picChg chg="add del mod">
          <ac:chgData name="Bradley Voris" userId="57509e41282bb22f" providerId="LiveId" clId="{ADB157D7-E6A3-4911-A3B6-2805583D65A8}" dt="2026-08-20T15:04:26.422" v="3819" actId="21"/>
          <ac:picMkLst>
            <pc:docMk/>
            <pc:sldMk cId="1350093591" sldId="264"/>
            <ac:picMk id="2" creationId="{9BC70981-E098-9B59-45FA-765F8D188609}"/>
          </ac:picMkLst>
        </pc:picChg>
        <pc:picChg chg="add mod">
          <ac:chgData name="Bradley Voris" userId="57509e41282bb22f" providerId="LiveId" clId="{ADB157D7-E6A3-4911-A3B6-2805583D65A8}" dt="2026-08-20T15:05:07.325" v="3827" actId="1076"/>
          <ac:picMkLst>
            <pc:docMk/>
            <pc:sldMk cId="1350093591" sldId="264"/>
            <ac:picMk id="3" creationId="{12BF6DB1-F6DA-CFFF-2166-6FA60E88890B}"/>
          </ac:picMkLst>
        </pc:picChg>
        <pc:picChg chg="add mod">
          <ac:chgData name="Bradley Voris" userId="57509e41282bb22f" providerId="LiveId" clId="{ADB157D7-E6A3-4911-A3B6-2805583D65A8}" dt="2026-08-20T15:05:23.527" v="3830" actId="1076"/>
          <ac:picMkLst>
            <pc:docMk/>
            <pc:sldMk cId="1350093591" sldId="264"/>
            <ac:picMk id="16" creationId="{C363C275-B0AC-A3F8-F866-CD6600B7DEEF}"/>
          </ac:picMkLst>
        </pc:picChg>
      </pc:sldChg>
      <pc:sldChg chg="modSp add mod ord">
        <pc:chgData name="Bradley Voris" userId="57509e41282bb22f" providerId="LiveId" clId="{ADB157D7-E6A3-4911-A3B6-2805583D65A8}" dt="2026-08-02T12:34:59.485" v="3274" actId="255"/>
        <pc:sldMkLst>
          <pc:docMk/>
          <pc:sldMk cId="721817764" sldId="265"/>
        </pc:sldMkLst>
        <pc:spChg chg="mod">
          <ac:chgData name="Bradley Voris" userId="57509e41282bb22f" providerId="LiveId" clId="{ADB157D7-E6A3-4911-A3B6-2805583D65A8}" dt="2026-07-21T17:54:56.300" v="1577" actId="20577"/>
          <ac:spMkLst>
            <pc:docMk/>
            <pc:sldMk cId="721817764" sldId="265"/>
            <ac:spMk id="3" creationId="{3EF70431-2D57-9AD2-39D6-FB4E6D21A3FC}"/>
          </ac:spMkLst>
        </pc:spChg>
        <pc:spChg chg="mod">
          <ac:chgData name="Bradley Voris" userId="57509e41282bb22f" providerId="LiveId" clId="{ADB157D7-E6A3-4911-A3B6-2805583D65A8}" dt="2026-08-02T12:34:59.485" v="3274" actId="255"/>
          <ac:spMkLst>
            <pc:docMk/>
            <pc:sldMk cId="721817764" sldId="265"/>
            <ac:spMk id="9" creationId="{97728BA2-DF89-4BAF-A5A0-DDB387257D56}"/>
          </ac:spMkLst>
        </pc:spChg>
      </pc:sldChg>
      <pc:sldChg chg="addSp modSp add mod">
        <pc:chgData name="Bradley Voris" userId="57509e41282bb22f" providerId="LiveId" clId="{ADB157D7-E6A3-4911-A3B6-2805583D65A8}" dt="2026-08-20T15:07:12.723" v="3841" actId="1076"/>
        <pc:sldMkLst>
          <pc:docMk/>
          <pc:sldMk cId="1605333733" sldId="266"/>
        </pc:sldMkLst>
        <pc:picChg chg="add mod">
          <ac:chgData name="Bradley Voris" userId="57509e41282bb22f" providerId="LiveId" clId="{ADB157D7-E6A3-4911-A3B6-2805583D65A8}" dt="2026-08-20T15:05:52.109" v="3836" actId="1076"/>
          <ac:picMkLst>
            <pc:docMk/>
            <pc:sldMk cId="1605333733" sldId="266"/>
            <ac:picMk id="2" creationId="{2D9E1B52-26C7-8E6B-55C1-0CF4E18EB51A}"/>
          </ac:picMkLst>
        </pc:picChg>
        <pc:picChg chg="add mod">
          <ac:chgData name="Bradley Voris" userId="57509e41282bb22f" providerId="LiveId" clId="{ADB157D7-E6A3-4911-A3B6-2805583D65A8}" dt="2026-08-20T15:07:12.723" v="3841" actId="1076"/>
          <ac:picMkLst>
            <pc:docMk/>
            <pc:sldMk cId="1605333733" sldId="266"/>
            <ac:picMk id="3" creationId="{7E594D9D-FB3A-A1AF-0546-0E4322E66A7D}"/>
          </ac:picMkLst>
        </pc:picChg>
        <pc:picChg chg="mod">
          <ac:chgData name="Bradley Voris" userId="57509e41282bb22f" providerId="LiveId" clId="{ADB157D7-E6A3-4911-A3B6-2805583D65A8}" dt="2026-08-20T15:05:43.660" v="3834" actId="1076"/>
          <ac:picMkLst>
            <pc:docMk/>
            <pc:sldMk cId="1605333733" sldId="266"/>
            <ac:picMk id="14" creationId="{FB631B73-3A96-6BC0-7C97-AEE34D27FE12}"/>
          </ac:picMkLst>
        </pc:picChg>
      </pc:sldChg>
      <pc:sldChg chg="new del">
        <pc:chgData name="Bradley Voris" userId="57509e41282bb22f" providerId="LiveId" clId="{ADB157D7-E6A3-4911-A3B6-2805583D65A8}" dt="2026-07-21T18:12:41.488" v="2526" actId="680"/>
        <pc:sldMkLst>
          <pc:docMk/>
          <pc:sldMk cId="1491250965" sldId="267"/>
        </pc:sldMkLst>
      </pc:sldChg>
      <pc:sldChg chg="modSp add mod">
        <pc:chgData name="Bradley Voris" userId="57509e41282bb22f" providerId="LiveId" clId="{ADB157D7-E6A3-4911-A3B6-2805583D65A8}" dt="2026-08-02T12:34:32.120" v="3269" actId="255"/>
        <pc:sldMkLst>
          <pc:docMk/>
          <pc:sldMk cId="2331613040" sldId="267"/>
        </pc:sldMkLst>
        <pc:spChg chg="mod">
          <ac:chgData name="Bradley Voris" userId="57509e41282bb22f" providerId="LiveId" clId="{ADB157D7-E6A3-4911-A3B6-2805583D65A8}" dt="2026-08-02T12:14:48.901" v="2742" actId="20577"/>
          <ac:spMkLst>
            <pc:docMk/>
            <pc:sldMk cId="2331613040" sldId="267"/>
            <ac:spMk id="3" creationId="{499EA1AB-DECD-0B0B-142F-86A6BA15B5B1}"/>
          </ac:spMkLst>
        </pc:spChg>
        <pc:spChg chg="mod">
          <ac:chgData name="Bradley Voris" userId="57509e41282bb22f" providerId="LiveId" clId="{ADB157D7-E6A3-4911-A3B6-2805583D65A8}" dt="2026-08-02T12:34:32.120" v="3269" actId="255"/>
          <ac:spMkLst>
            <pc:docMk/>
            <pc:sldMk cId="2331613040" sldId="267"/>
            <ac:spMk id="9" creationId="{266AF6A9-BAB2-BAC9-A852-6DF7764E60D6}"/>
          </ac:spMkLst>
        </pc:spChg>
      </pc:sldChg>
      <pc:sldChg chg="modSp add mod">
        <pc:chgData name="Bradley Voris" userId="57509e41282bb22f" providerId="LiveId" clId="{ADB157D7-E6A3-4911-A3B6-2805583D65A8}" dt="2026-08-02T12:34:17.677" v="3268" actId="255"/>
        <pc:sldMkLst>
          <pc:docMk/>
          <pc:sldMk cId="3881042929" sldId="268"/>
        </pc:sldMkLst>
        <pc:spChg chg="mod">
          <ac:chgData name="Bradley Voris" userId="57509e41282bb22f" providerId="LiveId" clId="{ADB157D7-E6A3-4911-A3B6-2805583D65A8}" dt="2026-08-02T12:15:25.184" v="2750" actId="20577"/>
          <ac:spMkLst>
            <pc:docMk/>
            <pc:sldMk cId="3881042929" sldId="268"/>
            <ac:spMk id="3" creationId="{CA19FD13-F01F-AC20-04D7-4B95B203BA49}"/>
          </ac:spMkLst>
        </pc:spChg>
        <pc:spChg chg="mod">
          <ac:chgData name="Bradley Voris" userId="57509e41282bb22f" providerId="LiveId" clId="{ADB157D7-E6A3-4911-A3B6-2805583D65A8}" dt="2026-08-02T12:34:17.677" v="3268" actId="255"/>
          <ac:spMkLst>
            <pc:docMk/>
            <pc:sldMk cId="3881042929" sldId="268"/>
            <ac:spMk id="9" creationId="{0B1B253E-C050-FABE-2DF4-BA0869AD6FD7}"/>
          </ac:spMkLst>
        </pc:spChg>
      </pc:sldChg>
      <pc:sldChg chg="addSp modSp add mod">
        <pc:chgData name="Bradley Voris" userId="57509e41282bb22f" providerId="LiveId" clId="{ADB157D7-E6A3-4911-A3B6-2805583D65A8}" dt="2026-08-20T15:03:42.053" v="3813" actId="1076"/>
        <pc:sldMkLst>
          <pc:docMk/>
          <pc:sldMk cId="644728123" sldId="269"/>
        </pc:sldMkLst>
        <pc:spChg chg="mod">
          <ac:chgData name="Bradley Voris" userId="57509e41282bb22f" providerId="LiveId" clId="{ADB157D7-E6A3-4911-A3B6-2805583D65A8}" dt="2026-08-02T12:24:12.634" v="3267" actId="5793"/>
          <ac:spMkLst>
            <pc:docMk/>
            <pc:sldMk cId="644728123" sldId="269"/>
            <ac:spMk id="3" creationId="{31EA1C7B-B08A-AE9D-EC51-35273505CB6D}"/>
          </ac:spMkLst>
        </pc:spChg>
        <pc:spChg chg="mod">
          <ac:chgData name="Bradley Voris" userId="57509e41282bb22f" providerId="LiveId" clId="{ADB157D7-E6A3-4911-A3B6-2805583D65A8}" dt="2026-08-20T15:00:30.172" v="3728" actId="313"/>
          <ac:spMkLst>
            <pc:docMk/>
            <pc:sldMk cId="644728123" sldId="269"/>
            <ac:spMk id="9" creationId="{85D083F0-D2D9-A23A-32EF-06B49C684711}"/>
          </ac:spMkLst>
        </pc:spChg>
        <pc:picChg chg="add mod">
          <ac:chgData name="Bradley Voris" userId="57509e41282bb22f" providerId="LiveId" clId="{ADB157D7-E6A3-4911-A3B6-2805583D65A8}" dt="2026-08-20T15:03:42.053" v="3813" actId="1076"/>
          <ac:picMkLst>
            <pc:docMk/>
            <pc:sldMk cId="644728123" sldId="269"/>
            <ac:picMk id="4" creationId="{7ACB9F75-EFB8-AA1F-5DC8-2E3FF8B1969F}"/>
          </ac:picMkLst>
        </pc:picChg>
      </pc:sldChg>
      <pc:sldChg chg="modSp add mod">
        <pc:chgData name="Bradley Voris" userId="57509e41282bb22f" providerId="LiveId" clId="{ADB157D7-E6A3-4911-A3B6-2805583D65A8}" dt="2026-08-05T16:50:36.262" v="3458" actId="20577"/>
        <pc:sldMkLst>
          <pc:docMk/>
          <pc:sldMk cId="1311166228" sldId="270"/>
        </pc:sldMkLst>
        <pc:spChg chg="mod">
          <ac:chgData name="Bradley Voris" userId="57509e41282bb22f" providerId="LiveId" clId="{ADB157D7-E6A3-4911-A3B6-2805583D65A8}" dt="2026-08-05T16:20:01.946" v="3425" actId="5793"/>
          <ac:spMkLst>
            <pc:docMk/>
            <pc:sldMk cId="1311166228" sldId="270"/>
            <ac:spMk id="3" creationId="{D8B8FB8B-A10B-B0B6-AFA4-4AC18EC88622}"/>
          </ac:spMkLst>
        </pc:spChg>
        <pc:spChg chg="mod">
          <ac:chgData name="Bradley Voris" userId="57509e41282bb22f" providerId="LiveId" clId="{ADB157D7-E6A3-4911-A3B6-2805583D65A8}" dt="2026-08-05T16:50:36.262" v="3458" actId="20577"/>
          <ac:spMkLst>
            <pc:docMk/>
            <pc:sldMk cId="1311166228" sldId="270"/>
            <ac:spMk id="9" creationId="{D26F6167-79F6-99C2-A6CF-6BBBEFBF7052}"/>
          </ac:spMkLst>
        </pc:spChg>
      </pc:sldChg>
      <pc:sldChg chg="addSp delSp modSp add mod">
        <pc:chgData name="Bradley Voris" userId="57509e41282bb22f" providerId="LiveId" clId="{ADB157D7-E6A3-4911-A3B6-2805583D65A8}" dt="2026-08-20T14:57:56.469" v="3512" actId="1076"/>
        <pc:sldMkLst>
          <pc:docMk/>
          <pc:sldMk cId="2155892390" sldId="271"/>
        </pc:sldMkLst>
        <pc:spChg chg="mod">
          <ac:chgData name="Bradley Voris" userId="57509e41282bb22f" providerId="LiveId" clId="{ADB157D7-E6A3-4911-A3B6-2805583D65A8}" dt="2026-08-20T14:50:31.136" v="3505" actId="14100"/>
          <ac:spMkLst>
            <pc:docMk/>
            <pc:sldMk cId="2155892390" sldId="271"/>
            <ac:spMk id="3" creationId="{71AC5B95-D01F-9CD0-2C01-A027F61DE3FF}"/>
          </ac:spMkLst>
        </pc:spChg>
        <pc:spChg chg="add del mod">
          <ac:chgData name="Bradley Voris" userId="57509e41282bb22f" providerId="LiveId" clId="{ADB157D7-E6A3-4911-A3B6-2805583D65A8}" dt="2026-08-20T14:49:12.137" v="3495" actId="478"/>
          <ac:spMkLst>
            <pc:docMk/>
            <pc:sldMk cId="2155892390" sldId="271"/>
            <ac:spMk id="5" creationId="{F610B4EE-74E3-4875-EF81-687ADAB82645}"/>
          </ac:spMkLst>
        </pc:spChg>
        <pc:spChg chg="del">
          <ac:chgData name="Bradley Voris" userId="57509e41282bb22f" providerId="LiveId" clId="{ADB157D7-E6A3-4911-A3B6-2805583D65A8}" dt="2026-08-20T14:49:09.964" v="3494" actId="478"/>
          <ac:spMkLst>
            <pc:docMk/>
            <pc:sldMk cId="2155892390" sldId="271"/>
            <ac:spMk id="9" creationId="{40160053-4D6F-067E-B693-F135CDF74A41}"/>
          </ac:spMkLst>
        </pc:spChg>
        <pc:picChg chg="add del mod">
          <ac:chgData name="Bradley Voris" userId="57509e41282bb22f" providerId="LiveId" clId="{ADB157D7-E6A3-4911-A3B6-2805583D65A8}" dt="2026-08-20T14:57:04.192" v="3506" actId="478"/>
          <ac:picMkLst>
            <pc:docMk/>
            <pc:sldMk cId="2155892390" sldId="271"/>
            <ac:picMk id="7" creationId="{639F61B8-DFF2-655F-2CBF-2D274F68F1F0}"/>
          </ac:picMkLst>
        </pc:picChg>
        <pc:picChg chg="add mod">
          <ac:chgData name="Bradley Voris" userId="57509e41282bb22f" providerId="LiveId" clId="{ADB157D7-E6A3-4911-A3B6-2805583D65A8}" dt="2026-08-20T14:57:56.469" v="3512" actId="1076"/>
          <ac:picMkLst>
            <pc:docMk/>
            <pc:sldMk cId="2155892390" sldId="271"/>
            <ac:picMk id="10" creationId="{F5A1B017-A818-E43C-6A87-7E47A9915069}"/>
          </ac:picMkLst>
        </pc:picChg>
      </pc:sldChg>
      <pc:sldChg chg="addSp delSp modSp add del mod">
        <pc:chgData name="Bradley Voris" userId="57509e41282bb22f" providerId="LiveId" clId="{ADB157D7-E6A3-4911-A3B6-2805583D65A8}" dt="2026-08-20T15:08:02.264" v="3848" actId="2696"/>
        <pc:sldMkLst>
          <pc:docMk/>
          <pc:sldMk cId="457909499" sldId="272"/>
        </pc:sldMkLst>
        <pc:spChg chg="mod">
          <ac:chgData name="Bradley Voris" userId="57509e41282bb22f" providerId="LiveId" clId="{ADB157D7-E6A3-4911-A3B6-2805583D65A8}" dt="2026-08-20T15:01:14.355" v="3778" actId="5793"/>
          <ac:spMkLst>
            <pc:docMk/>
            <pc:sldMk cId="457909499" sldId="272"/>
            <ac:spMk id="3" creationId="{EC68F3B8-EDB0-E4DF-DB91-AD095235B3F9}"/>
          </ac:spMkLst>
        </pc:spChg>
        <pc:spChg chg="add del mod">
          <ac:chgData name="Bradley Voris" userId="57509e41282bb22f" providerId="LiveId" clId="{ADB157D7-E6A3-4911-A3B6-2805583D65A8}" dt="2026-08-20T15:01:23.940" v="3780" actId="478"/>
          <ac:spMkLst>
            <pc:docMk/>
            <pc:sldMk cId="457909499" sldId="272"/>
            <ac:spMk id="5" creationId="{09E0C168-72EF-14EB-8B9D-5165B70A6302}"/>
          </ac:spMkLst>
        </pc:spChg>
        <pc:spChg chg="del">
          <ac:chgData name="Bradley Voris" userId="57509e41282bb22f" providerId="LiveId" clId="{ADB157D7-E6A3-4911-A3B6-2805583D65A8}" dt="2026-08-20T15:01:20.764" v="3779" actId="478"/>
          <ac:spMkLst>
            <pc:docMk/>
            <pc:sldMk cId="457909499" sldId="272"/>
            <ac:spMk id="9" creationId="{80A3A3CA-819B-2796-1AF7-3AEF29FF2C5D}"/>
          </ac:spMkLst>
        </pc:spChg>
        <pc:picChg chg="add mod">
          <ac:chgData name="Bradley Voris" userId="57509e41282bb22f" providerId="LiveId" clId="{ADB157D7-E6A3-4911-A3B6-2805583D65A8}" dt="2026-08-20T15:02:56.114" v="3801" actId="14100"/>
          <ac:picMkLst>
            <pc:docMk/>
            <pc:sldMk cId="457909499" sldId="272"/>
            <ac:picMk id="7" creationId="{456C3ED4-EC3F-672B-ED84-E53A67AB4FF0}"/>
          </ac:picMkLst>
        </pc:picChg>
        <pc:picChg chg="add del mod">
          <ac:chgData name="Bradley Voris" userId="57509e41282bb22f" providerId="LiveId" clId="{ADB157D7-E6A3-4911-A3B6-2805583D65A8}" dt="2026-08-20T15:06:02.206" v="3837" actId="478"/>
          <ac:picMkLst>
            <pc:docMk/>
            <pc:sldMk cId="457909499" sldId="272"/>
            <ac:picMk id="10" creationId="{C4E569E5-4EBA-3C4A-F890-E10F15BF7BD4}"/>
          </ac:picMkLst>
        </pc:picChg>
        <pc:picChg chg="add del mod">
          <ac:chgData name="Bradley Voris" userId="57509e41282bb22f" providerId="LiveId" clId="{ADB157D7-E6A3-4911-A3B6-2805583D65A8}" dt="2026-08-20T15:07:36.385" v="3843" actId="478"/>
          <ac:picMkLst>
            <pc:docMk/>
            <pc:sldMk cId="457909499" sldId="272"/>
            <ac:picMk id="12" creationId="{ECF7679A-FCB7-9F1B-E2EB-B3FCDC1E2239}"/>
          </ac:picMkLst>
        </pc:picChg>
        <pc:picChg chg="add del mod">
          <ac:chgData name="Bradley Voris" userId="57509e41282bb22f" providerId="LiveId" clId="{ADB157D7-E6A3-4911-A3B6-2805583D65A8}" dt="2026-08-20T15:02:34.241" v="3797" actId="478"/>
          <ac:picMkLst>
            <pc:docMk/>
            <pc:sldMk cId="457909499" sldId="272"/>
            <ac:picMk id="14" creationId="{84D4255C-D912-666A-0319-31201295CBE0}"/>
          </ac:picMkLst>
        </pc:picChg>
        <pc:picChg chg="add del mod">
          <ac:chgData name="Bradley Voris" userId="57509e41282bb22f" providerId="LiveId" clId="{ADB157D7-E6A3-4911-A3B6-2805583D65A8}" dt="2026-08-20T15:03:11.164" v="3805" actId="478"/>
          <ac:picMkLst>
            <pc:docMk/>
            <pc:sldMk cId="457909499" sldId="272"/>
            <ac:picMk id="16" creationId="{29BFE342-56CC-F507-7F41-AA8B7341FAD6}"/>
          </ac:picMkLst>
        </pc:picChg>
        <pc:picChg chg="add del mod">
          <ac:chgData name="Bradley Voris" userId="57509e41282bb22f" providerId="LiveId" clId="{ADB157D7-E6A3-4911-A3B6-2805583D65A8}" dt="2026-08-20T15:04:00.105" v="3814" actId="478"/>
          <ac:picMkLst>
            <pc:docMk/>
            <pc:sldMk cId="457909499" sldId="272"/>
            <ac:picMk id="18" creationId="{7762522F-4F49-8871-9E93-B00FF829CAC8}"/>
          </ac:picMkLst>
        </pc:picChg>
      </pc:sldChg>
      <pc:sldChg chg="new del">
        <pc:chgData name="Bradley Voris" userId="57509e41282bb22f" providerId="LiveId" clId="{ADB157D7-E6A3-4911-A3B6-2805583D65A8}" dt="2026-08-20T15:00:47.213" v="3730" actId="680"/>
        <pc:sldMkLst>
          <pc:docMk/>
          <pc:sldMk cId="3361504159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5BBD3-86CD-4250-BBFC-75C3DDE9DED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1B973-78E2-40F4-9AFA-A10D005A8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0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1B973-78E2-40F4-9AFA-A10D005A84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79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logo on a white background&#10;&#10;AI-generated content may be incorrect.">
            <a:extLst>
              <a:ext uri="{FF2B5EF4-FFF2-40B4-BE49-F238E27FC236}">
                <a16:creationId xmlns:a16="http://schemas.microsoft.com/office/drawing/2014/main" id="{38884B84-F764-4875-4AEF-36A89B24AB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F73B42-7C4C-AF4D-5023-9839CC2C4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7A976-5752-D034-72A4-51D993EC4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9B07C-87C9-5B7A-4417-1CCE0B2F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15E3F28-1130-5140-A0D2-2C3848E9062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820C3-A8AB-6CEE-71AA-DFF66188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A8DFE-53D5-8CF8-008C-2410E7AC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476B03-1961-A54A-8B43-50923216B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3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white background&#10;&#10;AI-generated content may be incorrect.">
            <a:extLst>
              <a:ext uri="{FF2B5EF4-FFF2-40B4-BE49-F238E27FC236}">
                <a16:creationId xmlns:a16="http://schemas.microsoft.com/office/drawing/2014/main" id="{6C073C9C-33C0-3197-AF7B-817E358D9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5921" y="-85411"/>
            <a:ext cx="12343842" cy="6943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E3F911-498D-6400-7689-B843821F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E0C1D-C19B-16F6-65BE-5E3184E48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016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rectangular object with white border&#10;&#10;AI-generated content may be incorrect.">
            <a:extLst>
              <a:ext uri="{FF2B5EF4-FFF2-40B4-BE49-F238E27FC236}">
                <a16:creationId xmlns:a16="http://schemas.microsoft.com/office/drawing/2014/main" id="{E4751B71-02CC-B1ED-F8F8-64EB8071F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3591" y="-60290"/>
            <a:ext cx="12299182" cy="69182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E3F911-498D-6400-7689-B843821F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E0C1D-C19B-16F6-65BE-5E3184E48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559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FD01F-D9B0-6366-D434-E30C2676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CF67D-5209-3C80-34EC-9F1E3AFFA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485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ctimoftechnology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github.com/bvori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ctimoftechnology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hyperlink" Target="http://www.github.com/bvoris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hyperlink" Target="http://www.github.com/bvoris" TargetMode="External"/><Relationship Id="rId2" Type="http://schemas.openxmlformats.org/officeDocument/2006/relationships/image" Target="../media/image11.png"/><Relationship Id="rId16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bvoris" TargetMode="External"/><Relationship Id="rId2" Type="http://schemas.openxmlformats.org/officeDocument/2006/relationships/hyperlink" Target="http://www.victimoftechnology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ctimoftechnology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hyperlink" Target="http://www.github.com/bvor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12EA-532E-C080-93EE-090AAB8F6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378" y="3007975"/>
            <a:ext cx="9909243" cy="154493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Helvetica Bold"/>
              </a:rPr>
              <a:t>Standing Apart:</a:t>
            </a:r>
            <a:r>
              <a:rPr lang="en-US" sz="3600" b="0" dirty="0">
                <a:latin typeface="Helvetica Bold"/>
              </a:rPr>
              <a:t> </a:t>
            </a:r>
            <a:r>
              <a:rPr lang="en-US" sz="3600" b="0" dirty="0">
                <a:latin typeface="Georgia" panose="02040502050405020303" pitchFamily="18" charset="0"/>
              </a:rPr>
              <a:t>In a world of AI, ATS, ghosting, and steep role requirements how to stand apart.</a:t>
            </a:r>
            <a:endParaRPr lang="en-US" sz="3600" b="1" dirty="0">
              <a:latin typeface="Georgia" panose="020405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0E5D9-7683-864D-8C64-2188D6DE8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804" y="4639017"/>
            <a:ext cx="9144000" cy="86561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Georgia" panose="02040502050405020303" pitchFamily="18" charset="0"/>
              </a:rPr>
              <a:t>By: Brad Voris</a:t>
            </a:r>
          </a:p>
        </p:txBody>
      </p:sp>
    </p:spTree>
    <p:extLst>
      <p:ext uri="{BB962C8B-B14F-4D97-AF65-F5344CB8AC3E}">
        <p14:creationId xmlns:p14="http://schemas.microsoft.com/office/powerpoint/2010/main" val="342172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1C4B0-079B-6034-6BD6-6C66D8A5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56AD207-05A9-60FD-7684-153671EE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20" y="384581"/>
            <a:ext cx="6535366" cy="918926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Helvetica Bold"/>
                <a:cs typeface="Arial" panose="020B0604020202020204" pitchFamily="34" charset="0"/>
              </a:rPr>
              <a:t>Brad Voris, Security Guy</a:t>
            </a:r>
            <a:br>
              <a:rPr lang="en-US" altLang="en-US" dirty="0">
                <a:latin typeface="Grandview" panose="020B0502040204020203" pitchFamily="34" charset="0"/>
                <a:cs typeface="Arial" panose="020B0604020202020204" pitchFamily="34" charset="0"/>
              </a:rPr>
            </a:br>
            <a:endParaRPr lang="en-US" b="1" dirty="0">
              <a:latin typeface="Helvetica" pitchFamily="2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11BA315-8CC6-9DBA-60AD-239796EB0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944" y="889798"/>
            <a:ext cx="6729919" cy="5055694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600" dirty="0">
                <a:cs typeface="Arial" panose="020B0604020202020204" pitchFamily="34" charset="0"/>
              </a:rPr>
              <a:t>Security Professional (Engineer/Manager/Architect)</a:t>
            </a:r>
          </a:p>
          <a:p>
            <a:r>
              <a:rPr lang="en-US" altLang="en-US" sz="2600" dirty="0">
                <a:cs typeface="Arial" panose="020B0604020202020204" pitchFamily="34" charset="0"/>
              </a:rPr>
              <a:t>26+ years of experience IT/IS/CS</a:t>
            </a:r>
          </a:p>
          <a:p>
            <a:r>
              <a:rPr lang="en-US" altLang="en-US" sz="2600" dirty="0">
                <a:cs typeface="Arial" panose="020B0604020202020204" pitchFamily="34" charset="0"/>
              </a:rPr>
              <a:t>Undergrad in Cybersecurity @ Wilmington University</a:t>
            </a:r>
          </a:p>
          <a:p>
            <a:r>
              <a:rPr lang="en-US" altLang="en-US" sz="2600" dirty="0">
                <a:cs typeface="Arial" panose="020B0604020202020204" pitchFamily="34" charset="0"/>
              </a:rPr>
              <a:t>Certifications: CISSP, CISM, CCSP, CCSK, TAISE, Network+, MTA, MCP, etc.</a:t>
            </a:r>
          </a:p>
          <a:p>
            <a:r>
              <a:rPr lang="en-US" altLang="en-US" sz="2600" dirty="0">
                <a:cs typeface="Arial" panose="020B0604020202020204" pitchFamily="34" charset="0"/>
              </a:rPr>
              <a:t>Co-Author 2 books: Intrusion Detection Guide and Essentials of Cybersecurity for </a:t>
            </a:r>
            <a:r>
              <a:rPr lang="en-US" altLang="en-US" sz="2600" dirty="0" err="1">
                <a:cs typeface="Arial" panose="020B0604020202020204" pitchFamily="34" charset="0"/>
              </a:rPr>
              <a:t>Peerlyst</a:t>
            </a:r>
            <a:endParaRPr lang="en-US" altLang="en-US" sz="2600" dirty="0">
              <a:cs typeface="Arial" panose="020B0604020202020204" pitchFamily="34" charset="0"/>
            </a:endParaRPr>
          </a:p>
          <a:p>
            <a:r>
              <a:rPr lang="en-US" altLang="en-US" sz="2600" dirty="0">
                <a:cs typeface="Arial" panose="020B0604020202020204" pitchFamily="34" charset="0"/>
              </a:rPr>
              <a:t>Cloud Security Alliance Zero Trust Training Contributor</a:t>
            </a:r>
          </a:p>
          <a:p>
            <a:r>
              <a:rPr lang="en-US" altLang="en-US" sz="2600" dirty="0">
                <a:cs typeface="Arial" panose="020B0604020202020204" pitchFamily="34" charset="0"/>
              </a:rPr>
              <a:t>Peer Reviewer, Editor and Collaborator on numerous articles, books and whitepapers…</a:t>
            </a:r>
          </a:p>
          <a:p>
            <a:r>
              <a:rPr lang="en-US" altLang="en-US" sz="2600" b="1" dirty="0">
                <a:cs typeface="Arial" panose="020B0604020202020204" pitchFamily="34" charset="0"/>
              </a:rPr>
              <a:t>NOT AN EXPERT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C0A41B-30D5-8619-11F3-25D8F3B07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37952" y="1027906"/>
            <a:ext cx="4170530" cy="41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AC6DC3-756E-2A21-EC4F-CD00ED28CCED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1338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82260A6-A472-31E2-CF5B-9025E29D8B10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8ECD8E-8DA1-48B5-B4FB-9FDA7877E3B7}"/>
              </a:ext>
            </a:extLst>
          </p:cNvPr>
          <p:cNvSpPr>
            <a:spLocks noGrp="1" noChangeArrowheads="1"/>
          </p:cNvSpPr>
          <p:nvPr/>
        </p:nvSpPr>
        <p:spPr>
          <a:xfrm>
            <a:off x="889390" y="88495"/>
            <a:ext cx="10312627" cy="9205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400" b="1" dirty="0">
                <a:latin typeface="Helvetica Bold"/>
                <a:cs typeface="Arial" panose="020B0604020202020204" pitchFamily="34" charset="0"/>
              </a:rPr>
              <a:t>AI: What has AI done for recruiting?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F2BAD36-88D2-A4E2-EE58-4EE88D35E196}"/>
              </a:ext>
            </a:extLst>
          </p:cNvPr>
          <p:cNvSpPr>
            <a:spLocks noGrp="1" noChangeArrowheads="1"/>
          </p:cNvSpPr>
          <p:nvPr/>
        </p:nvSpPr>
        <p:spPr>
          <a:xfrm>
            <a:off x="852486" y="967804"/>
            <a:ext cx="10169519" cy="29809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AI is still in its infant stages for recruiting: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Sourcing candidates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Job Descriptions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Resume Screening (w/alignment to ATS)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Interview Support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Data Analytics</a:t>
            </a:r>
          </a:p>
          <a:p>
            <a:endParaRPr lang="en-US" altLang="en-US" sz="3000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1B99578-1F88-CAB5-8273-DBD8E8A2C671}"/>
              </a:ext>
            </a:extLst>
          </p:cNvPr>
          <p:cNvSpPr>
            <a:spLocks noGrp="1" noChangeArrowheads="1"/>
          </p:cNvSpPr>
          <p:nvPr/>
        </p:nvSpPr>
        <p:spPr>
          <a:xfrm>
            <a:off x="816265" y="4190658"/>
            <a:ext cx="10169519" cy="15130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AI cannot determine your cultural fit, leadership potential, integrity, creativity or adaptability.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63C275-B0AC-A3F8-F866-CD6600B7D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567" y="4338076"/>
            <a:ext cx="2008899" cy="2008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BF6DB1-F6DA-CFFF-2166-6FA60E888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858" y="0"/>
            <a:ext cx="2315029" cy="32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93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6891E-0C75-A739-429A-B867176A9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1D42360-77CB-F39D-8E31-5ECD69DABBDB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1DFFC0-016E-8B50-7F6B-E5E52CEBB5BF}"/>
              </a:ext>
            </a:extLst>
          </p:cNvPr>
          <p:cNvSpPr>
            <a:spLocks noGrp="1" noChangeArrowheads="1"/>
          </p:cNvSpPr>
          <p:nvPr/>
        </p:nvSpPr>
        <p:spPr>
          <a:xfrm>
            <a:off x="1599176" y="88494"/>
            <a:ext cx="7428270" cy="9205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400" b="1" dirty="0">
                <a:latin typeface="Helvetica Bold"/>
                <a:cs typeface="Arial" panose="020B0604020202020204" pitchFamily="34" charset="0"/>
              </a:rPr>
              <a:t>ATS: Applicant Tracking Systems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65E30B-D788-830C-2D5F-DE1CAED07F2F}"/>
              </a:ext>
            </a:extLst>
          </p:cNvPr>
          <p:cNvSpPr>
            <a:spLocks noGrp="1" noChangeArrowheads="1"/>
          </p:cNvSpPr>
          <p:nvPr/>
        </p:nvSpPr>
        <p:spPr>
          <a:xfrm>
            <a:off x="889390" y="1078417"/>
            <a:ext cx="10169519" cy="3489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ATS primarily look for key indicators that align to the role you are applying for with in your resume: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Keywords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Job Titles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Skills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Certifications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Experience</a:t>
            </a:r>
          </a:p>
          <a:p>
            <a:endParaRPr lang="en-US" altLang="en-US" sz="3000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6C5D51-056F-C89E-E5AA-C7ACDB54163E}"/>
              </a:ext>
            </a:extLst>
          </p:cNvPr>
          <p:cNvSpPr>
            <a:spLocks noGrp="1" noChangeArrowheads="1"/>
          </p:cNvSpPr>
          <p:nvPr/>
        </p:nvSpPr>
        <p:spPr>
          <a:xfrm>
            <a:off x="799863" y="4186557"/>
            <a:ext cx="10169519" cy="15130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000" dirty="0">
                <a:latin typeface="Georgia" panose="02040502050405020303" pitchFamily="18" charset="0"/>
                <a:cs typeface="Arial" panose="020B0604020202020204" pitchFamily="34" charset="0"/>
              </a:rPr>
              <a:t>ATS isn’t deterministic, its allowing recruiters to deal with an overwhelming number of resumes that current systems cannot accommodate.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631B73-3A96-6BC0-7C97-AEE34D27F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99" y="127115"/>
            <a:ext cx="1062313" cy="10623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9E1B52-26C7-8E6B-55C1-0CF4E18EB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816" y="127115"/>
            <a:ext cx="1062313" cy="10623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594D9D-FB3A-A1AF-0546-0E4322E66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0321" y="1672983"/>
            <a:ext cx="2017176" cy="268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3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26F5-6172-C7EE-2E79-0DA47A84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914E07-91D4-CFF2-A759-97B066800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349" y="377090"/>
            <a:ext cx="8783159" cy="918926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Helvetica Bold"/>
                <a:cs typeface="Arial" panose="020B0604020202020204" pitchFamily="34" charset="0"/>
              </a:rPr>
              <a:t>This is what recruiters see…</a:t>
            </a:r>
            <a:endParaRPr lang="en-US" b="1" dirty="0">
              <a:latin typeface="Helvetica Bold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5DD1A-6FB2-BFA0-094E-C29560F8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991" y="1162826"/>
            <a:ext cx="10603149" cy="4769695"/>
          </a:xfrm>
        </p:spPr>
        <p:txBody>
          <a:bodyPr>
            <a:normAutofit/>
          </a:bodyPr>
          <a:lstStyle/>
          <a:p>
            <a:r>
              <a:rPr lang="en-US" altLang="en-US" sz="2600" dirty="0">
                <a:cs typeface="Arial" panose="020B0604020202020204" pitchFamily="34" charset="0"/>
              </a:rPr>
              <a:t>Doesn’t meet the educational requirements…</a:t>
            </a:r>
          </a:p>
          <a:p>
            <a:r>
              <a:rPr lang="en-US" altLang="en-US" sz="2600" dirty="0">
                <a:cs typeface="Arial" panose="020B0604020202020204" pitchFamily="34" charset="0"/>
              </a:rPr>
              <a:t>Doesn’t meet the skill requirements…</a:t>
            </a:r>
          </a:p>
          <a:p>
            <a:r>
              <a:rPr lang="en-US" altLang="en-US" sz="2600" dirty="0">
                <a:cs typeface="Arial" panose="020B0604020202020204" pitchFamily="34" charset="0"/>
              </a:rPr>
              <a:t>Doesn’t meet the certification requirements…</a:t>
            </a:r>
          </a:p>
          <a:p>
            <a:r>
              <a:rPr lang="en-US" dirty="0">
                <a:latin typeface="Georgia" panose="02040502050405020303" pitchFamily="18" charset="0"/>
              </a:rPr>
              <a:t>Doesn’t meet the experience requirements…</a:t>
            </a:r>
          </a:p>
          <a:p>
            <a:r>
              <a:rPr lang="en-US" dirty="0"/>
              <a:t>Poorly formatted resume…</a:t>
            </a:r>
          </a:p>
          <a:p>
            <a:r>
              <a:rPr lang="en-US" dirty="0"/>
              <a:t>Misspellings in resume…</a:t>
            </a:r>
          </a:p>
          <a:p>
            <a:r>
              <a:rPr lang="en-US" dirty="0"/>
              <a:t>Multiple short stays at roles for less than one year…</a:t>
            </a:r>
          </a:p>
          <a:p>
            <a:r>
              <a:rPr lang="en-US" dirty="0"/>
              <a:t>Gaps on your resume…</a:t>
            </a:r>
          </a:p>
          <a:p>
            <a:r>
              <a:rPr lang="en-US" dirty="0"/>
              <a:t>Incomplete job application…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365B8-2953-4CB1-7990-F54AB0B10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114" y="2879386"/>
            <a:ext cx="3356043" cy="335604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D60327-57FB-916F-557B-8E91A652DADF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85C7E7-003E-CF32-D447-727BD8C73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157" y="125020"/>
            <a:ext cx="2381983" cy="245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6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1B6AA3-30B5-1B7A-2F27-22390921A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9276"/>
            <a:ext cx="12192000" cy="10763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DD9CDE-DFD9-C335-E717-B36AB1C6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32" y="828477"/>
            <a:ext cx="9735050" cy="3429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457CE7-1DCF-12AE-49AB-221B94651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544" y="1231822"/>
            <a:ext cx="6496384" cy="4254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D09887-A335-361A-49C0-92395820E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48" y="1589051"/>
            <a:ext cx="2692538" cy="3111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AE163A-6609-D39A-D120-1C62461008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335" y="3768990"/>
            <a:ext cx="7017111" cy="9779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E1738DC-4016-7E01-78A3-9461B617F5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806" y="2287670"/>
            <a:ext cx="6058211" cy="4254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AD94FD-6412-BC29-90CB-FA8822902B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6138" y="2713142"/>
            <a:ext cx="8865056" cy="6540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13F490B-C073-2BB8-5250-BB34D45C79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827" y="3441953"/>
            <a:ext cx="5588287" cy="3492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6889809-88D1-EFC4-AC0B-2A1B4F9875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9244" y="1977235"/>
            <a:ext cx="1143059" cy="57152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C10D378-5F22-C4CA-FA7F-899D4F4009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7861" y="4111907"/>
            <a:ext cx="1644735" cy="63503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DFEB461-5455-AC8A-24F8-5AFC3EA162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8353" y="1357264"/>
            <a:ext cx="615982" cy="46357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EFA84CA-D9A9-CABC-4058-07C5DC5321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04722" y="335579"/>
            <a:ext cx="387370" cy="3683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C605E87-CC93-A2F6-93C5-65B9590B25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1182" y="1787591"/>
            <a:ext cx="863644" cy="52072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D7769B1-3603-273B-90CD-CC91394B1AF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9908" y="98190"/>
            <a:ext cx="1225613" cy="476274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784F9EA0-8E19-F5FA-3A67-1C950F998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059" y="-44442"/>
            <a:ext cx="6535366" cy="918926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Helvetica Bold"/>
                <a:cs typeface="Arial" panose="020B0604020202020204" pitchFamily="34" charset="0"/>
              </a:rPr>
              <a:t>What you and I see…</a:t>
            </a:r>
            <a:endParaRPr lang="en-US" b="1" dirty="0">
              <a:latin typeface="Helvetica Bold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B26A92-66D8-0D9E-F98D-2DA288C446EB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0072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8EC4-7327-3217-7289-43BA6A37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F70431-2D57-9AD2-39D6-FB4E6D21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Bold"/>
              </a:rPr>
              <a:t>What will help… CAPABILITY</a:t>
            </a:r>
            <a:br>
              <a:rPr lang="en-US" dirty="0"/>
            </a:b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728BA2-DF89-4BAF-A5A0-DDB387257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61" y="1395078"/>
            <a:ext cx="10515600" cy="4351338"/>
          </a:xfrm>
        </p:spPr>
        <p:txBody>
          <a:bodyPr/>
          <a:lstStyle/>
          <a:p>
            <a:pPr lvl="1"/>
            <a:r>
              <a:rPr lang="en-US" sz="3000" b="1" dirty="0"/>
              <a:t>KNOW WHAT YOU WANT TO DO</a:t>
            </a:r>
          </a:p>
          <a:p>
            <a:pPr lvl="1"/>
            <a:r>
              <a:rPr lang="en-US" sz="3000" b="1" dirty="0"/>
              <a:t>SHOW</a:t>
            </a:r>
            <a:r>
              <a:rPr lang="en-US" sz="3000" dirty="0"/>
              <a:t> what you know and what you are capable of…</a:t>
            </a:r>
          </a:p>
          <a:p>
            <a:pPr lvl="1"/>
            <a:r>
              <a:rPr lang="en-US" sz="3000" b="1" dirty="0"/>
              <a:t>Create a portfolio </a:t>
            </a:r>
            <a:r>
              <a:rPr lang="en-US" sz="3000" dirty="0"/>
              <a:t>of your work: Technical writing, </a:t>
            </a:r>
            <a:r>
              <a:rPr lang="en-US" sz="3000" dirty="0" err="1"/>
              <a:t>Github</a:t>
            </a:r>
            <a:r>
              <a:rPr lang="en-US" sz="3000" dirty="0"/>
              <a:t> projects, diagrams, educational content, LinkedIn articles, etc.</a:t>
            </a:r>
          </a:p>
          <a:p>
            <a:pPr lvl="1"/>
            <a:r>
              <a:rPr lang="en-US" sz="3000" dirty="0"/>
              <a:t>Documented Labs</a:t>
            </a:r>
          </a:p>
          <a:p>
            <a:pPr lvl="1"/>
            <a:r>
              <a:rPr lang="en-US" sz="3000" dirty="0"/>
              <a:t>Share your content with other people…</a:t>
            </a:r>
          </a:p>
          <a:p>
            <a:pPr lvl="1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AA700C-5493-D6F2-A69C-0482BDDA90A2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21817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F065-F363-FF64-B413-6FAD29E9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2ACC8B-39D7-50F2-D21F-0909EAA3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Bold"/>
              </a:rPr>
              <a:t>What will help… ENGAGEMENT</a:t>
            </a:r>
            <a:br>
              <a:rPr lang="en-US" dirty="0"/>
            </a:b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ACC5-F748-CE8D-BFC1-F581DFA20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61" y="1395078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n-US" sz="3200" dirty="0"/>
              <a:t>Get a </a:t>
            </a:r>
            <a:r>
              <a:rPr lang="en-US" sz="3200" b="1" dirty="0"/>
              <a:t>MENTOR</a:t>
            </a:r>
          </a:p>
          <a:p>
            <a:pPr lvl="1"/>
            <a:r>
              <a:rPr lang="en-US" sz="3200" b="1" dirty="0"/>
              <a:t>Networking</a:t>
            </a:r>
            <a:r>
              <a:rPr lang="en-US" sz="3200" dirty="0"/>
              <a:t> not just LinkedIn but meeting people at meetups, conferences (like CYBR.SEC.CON, </a:t>
            </a:r>
            <a:r>
              <a:rPr lang="en-US" sz="3200" dirty="0" err="1"/>
              <a:t>bSides</a:t>
            </a:r>
            <a:r>
              <a:rPr lang="en-US" sz="3200" dirty="0"/>
              <a:t>, HAHA, Etc.)</a:t>
            </a:r>
          </a:p>
          <a:p>
            <a:pPr lvl="1"/>
            <a:r>
              <a:rPr lang="en-US" sz="3200" b="1" dirty="0"/>
              <a:t>Connecting</a:t>
            </a:r>
            <a:r>
              <a:rPr lang="en-US" sz="3200" dirty="0"/>
              <a:t> with hiring managers, HR recruiters, and reaching out for roles you want</a:t>
            </a:r>
          </a:p>
          <a:p>
            <a:pPr lvl="1"/>
            <a:r>
              <a:rPr lang="en-US" sz="3200" b="1" dirty="0"/>
              <a:t>Engaging with people and content </a:t>
            </a:r>
            <a:r>
              <a:rPr lang="en-US" sz="3200" dirty="0"/>
              <a:t>on LinkedIn and other platforms (Post something Weekly, because visibility is crucial)</a:t>
            </a:r>
          </a:p>
          <a:p>
            <a:pPr lvl="1"/>
            <a:r>
              <a:rPr lang="en-US" sz="3200" dirty="0"/>
              <a:t>Get help with your </a:t>
            </a:r>
            <a:r>
              <a:rPr lang="en-US" sz="3200" b="1" dirty="0"/>
              <a:t>resume</a:t>
            </a:r>
            <a:r>
              <a:rPr lang="en-US" sz="3200" dirty="0"/>
              <a:t>, doesn’t mean you have to pay but work with hiring managers to determine what they are looking for</a:t>
            </a:r>
          </a:p>
          <a:p>
            <a:pPr lvl="1"/>
            <a:r>
              <a:rPr lang="en-US" sz="3200" b="1" dirty="0"/>
              <a:t>Referrals</a:t>
            </a:r>
            <a:r>
              <a:rPr lang="en-US" sz="3200" dirty="0"/>
              <a:t> have a better success rate then blind applications</a:t>
            </a:r>
          </a:p>
          <a:p>
            <a:pPr lvl="1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9DED0E-025A-B49A-323B-C528FD424F51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14635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D783B-CD8C-6797-DB21-2911D321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9EA1AB-DECD-0B0B-142F-86A6BA15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Bold"/>
              </a:rPr>
              <a:t>What will help… DIVERSIFY</a:t>
            </a:r>
            <a:br>
              <a:rPr lang="en-US" dirty="0"/>
            </a:b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66AF6A9-BAB2-BAC9-A852-6DF7764E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61" y="1395078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sz="3000" dirty="0"/>
              <a:t>The EASY APPLY button isn’t going to save you</a:t>
            </a:r>
          </a:p>
          <a:p>
            <a:pPr lvl="1"/>
            <a:r>
              <a:rPr lang="en-US" sz="3000" dirty="0"/>
              <a:t>Spread resume across multiple platforms</a:t>
            </a:r>
          </a:p>
          <a:p>
            <a:pPr lvl="1"/>
            <a:r>
              <a:rPr lang="en-US" sz="3000" dirty="0"/>
              <a:t>Utilize 3</a:t>
            </a:r>
            <a:r>
              <a:rPr lang="en-US" sz="3000" baseline="30000" dirty="0"/>
              <a:t>rd</a:t>
            </a:r>
            <a:r>
              <a:rPr lang="en-US" sz="3000" dirty="0"/>
              <a:t> party recruiters and recruiting systems</a:t>
            </a:r>
          </a:p>
          <a:p>
            <a:pPr lvl="1"/>
            <a:r>
              <a:rPr lang="en-US" sz="3000" dirty="0"/>
              <a:t>Contract and contract to hire roles will likely get your foot in the door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BA1486-10CC-D30F-5C53-F22D13C000F2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3161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5B3D7-4C20-1285-BEB0-D653F7C8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19FD13-F01F-AC20-04D7-4B95B203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Bold"/>
              </a:rPr>
              <a:t>What will help… EDUCATE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1B253E-C050-FABE-2DF4-BA0869AD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61" y="1395078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sz="3000" dirty="0"/>
              <a:t>Focus on educating yourself </a:t>
            </a:r>
          </a:p>
          <a:p>
            <a:pPr lvl="2"/>
            <a:r>
              <a:rPr lang="en-US" sz="3000" dirty="0"/>
              <a:t>Obtain certifications that are relevant to what you want to do</a:t>
            </a:r>
          </a:p>
          <a:p>
            <a:pPr lvl="1"/>
            <a:r>
              <a:rPr lang="en-US" sz="3000" dirty="0"/>
              <a:t>Skill yourself up with labs and online classes</a:t>
            </a:r>
          </a:p>
          <a:p>
            <a:pPr lvl="1"/>
            <a:r>
              <a:rPr lang="en-US" sz="3000" dirty="0"/>
              <a:t>Align your skills and resume to roles that you are better suited for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BB0546-74C1-DC0B-50C6-6156CBB7039D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81042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A691E-4E64-E428-0536-499F06670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EA1C7B-B08A-AE9D-EC51-35273505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Bold"/>
              </a:rPr>
              <a:t>What employers want today…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D083F0-D2D9-A23A-32EF-06B49C684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61" y="1395078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Experience: 1-3 years</a:t>
            </a:r>
          </a:p>
          <a:p>
            <a:pPr lvl="1"/>
            <a:r>
              <a:rPr lang="en-US" dirty="0"/>
              <a:t>Education: Bachelor’s Degree (Information/Cybersecurity Related)</a:t>
            </a:r>
          </a:p>
          <a:p>
            <a:pPr lvl="1"/>
            <a:r>
              <a:rPr lang="en-US" dirty="0"/>
              <a:t>Skills: Soft Skills, Endpoint Security, Intrusion Detection, Governance</a:t>
            </a:r>
          </a:p>
          <a:p>
            <a:pPr lvl="1"/>
            <a:r>
              <a:rPr lang="en-US" dirty="0"/>
              <a:t>Certification: Security+, </a:t>
            </a:r>
            <a:r>
              <a:rPr lang="en-US" dirty="0" err="1"/>
              <a:t>CySa</a:t>
            </a:r>
            <a:r>
              <a:rPr lang="en-US" dirty="0"/>
              <a:t>+, CISA, CISSP, GCIH, GSEC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Leadership</a:t>
            </a:r>
          </a:p>
          <a:p>
            <a:pPr lvl="1"/>
            <a:r>
              <a:rPr lang="en-US" dirty="0"/>
              <a:t>Tenacity</a:t>
            </a:r>
          </a:p>
          <a:p>
            <a:pPr lvl="1"/>
            <a:r>
              <a:rPr lang="en-US" dirty="0"/>
              <a:t>Determination</a:t>
            </a:r>
          </a:p>
          <a:p>
            <a:pPr lvl="1"/>
            <a:r>
              <a:rPr lang="en-US" dirty="0"/>
              <a:t>Agility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1DC584-9B07-20FD-3606-EC56D195173F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CB9F75-EFB8-AA1F-5DC8-2E3FF8B19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5356" y="3190150"/>
            <a:ext cx="2950294" cy="298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28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0D6E-8943-4E69-E6B8-04D31196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AC5B95-D01F-9CD0-2C01-A027F61DE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350" y="192721"/>
            <a:ext cx="10515600" cy="922601"/>
          </a:xfrm>
        </p:spPr>
        <p:txBody>
          <a:bodyPr/>
          <a:lstStyle/>
          <a:p>
            <a:r>
              <a:rPr lang="en-US" dirty="0">
                <a:latin typeface="Helvetica Bold"/>
              </a:rPr>
              <a:t>2026 Security Analyst Research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E60E74-D0B5-7018-CB24-C07354B6ECEF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A1B017-A818-E43C-6A87-7E47A9915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13" y="975129"/>
            <a:ext cx="9344922" cy="539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92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C44A-A77F-5179-812E-DDD7C168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B8FB8B-A10B-B0B6-AFA4-4AC18EC8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Bold"/>
              </a:rPr>
              <a:t>A letter to employers…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6F6167-79F6-99C2-A6CF-6BBBEFBF7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61" y="1395077"/>
            <a:ext cx="10515600" cy="483023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800" dirty="0"/>
              <a:t>Thank you for the time and effort that you and your organization invested throughout the interview process. I truly appreciate the opportunity to meet with the team and participate in the numerous interviews, the one-hour presentation</a:t>
            </a:r>
            <a:r>
              <a:rPr lang="en-US" sz="8800"/>
              <a:t>, and screening </a:t>
            </a:r>
            <a:r>
              <a:rPr lang="en-US" sz="8800" dirty="0"/>
              <a:t>discussions.</a:t>
            </a:r>
          </a:p>
          <a:p>
            <a:pPr marL="0" indent="0">
              <a:buNone/>
            </a:pPr>
            <a:r>
              <a:rPr lang="en-US" sz="8800" dirty="0"/>
              <a:t>After careful consideration, I have decided to move forward with another organization whose opportunity aligns more closely with my current career goals and personal needs.</a:t>
            </a:r>
          </a:p>
          <a:p>
            <a:pPr marL="0" indent="0">
              <a:buNone/>
            </a:pPr>
            <a:r>
              <a:rPr lang="en-US" sz="8800" dirty="0"/>
              <a:t>I understand how competitive your selection process is, and with that in mind, I regret to inform you that your organization was not selected. While this may come as a surprise, I hope you can appreciate the irony after the thorough evaluation process we both experienced.</a:t>
            </a:r>
          </a:p>
          <a:p>
            <a:pPr marL="0" indent="0">
              <a:buNone/>
            </a:pPr>
            <a:r>
              <a:rPr lang="en-US" sz="8800" dirty="0"/>
              <a:t>I will certainly keep your organization in mind for future opportunities and would not hesitate to recommend you to colleagues should the right situation arise.</a:t>
            </a:r>
          </a:p>
          <a:p>
            <a:pPr marL="0" indent="0">
              <a:buNone/>
            </a:pPr>
            <a:r>
              <a:rPr lang="en-US" sz="8800" dirty="0"/>
              <a:t>Thank you again for your time, professionalism, and consideration. I wish you and your team continued success and the very best in finding the right candidate for the role.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30711D-C6FF-ECE6-7F83-A4269874175E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11166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72A43-5941-2EDE-DA72-45860764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F8F7C00-EA1F-91A0-4054-5D7E986BEBE1}"/>
              </a:ext>
            </a:extLst>
          </p:cNvPr>
          <p:cNvSpPr txBox="1">
            <a:spLocks/>
          </p:cNvSpPr>
          <p:nvPr/>
        </p:nvSpPr>
        <p:spPr>
          <a:xfrm>
            <a:off x="4323828" y="64043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www.VictimOfTechnology.com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www.github.com/bvoris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548C2-1FC5-6E07-C237-5C51C7C9A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767" y="693944"/>
            <a:ext cx="7278466" cy="485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4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CC9DC8DFE19D428A9A6D5BFFCA86A2" ma:contentTypeVersion="0" ma:contentTypeDescription="Create a new document." ma:contentTypeScope="" ma:versionID="6661c8c4da6926bc587866eea6dcff6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80681B-B1E7-4FB4-B6E3-1A33B0BE1AA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9EA3D0C-142A-46F0-9ADA-3BF4EFEE4F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A1B1E32-4865-4404-B0DB-A2BB1C0FB5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28573</TotalTime>
  <Words>941</Words>
  <Application>Microsoft Office PowerPoint</Application>
  <PresentationFormat>Widescreen</PresentationFormat>
  <Paragraphs>92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Georgia</vt:lpstr>
      <vt:lpstr>Grandview</vt:lpstr>
      <vt:lpstr>Helvetica</vt:lpstr>
      <vt:lpstr>Helvetica Bold</vt:lpstr>
      <vt:lpstr>Office Theme</vt:lpstr>
      <vt:lpstr>Standing Apart: In a world of AI, ATS, ghosting, and steep role requirements how to stand apart.</vt:lpstr>
      <vt:lpstr>Brad Voris, Security Guy </vt:lpstr>
      <vt:lpstr>PowerPoint Presentation</vt:lpstr>
      <vt:lpstr>PowerPoint Presentation</vt:lpstr>
      <vt:lpstr>This is what recruiters see…</vt:lpstr>
      <vt:lpstr>What you and I see…</vt:lpstr>
      <vt:lpstr>What will help… CAPABILITY </vt:lpstr>
      <vt:lpstr>What will help… ENGAGEMENT </vt:lpstr>
      <vt:lpstr>What will help… DIVERSIFY </vt:lpstr>
      <vt:lpstr>What will help… EDUCATE</vt:lpstr>
      <vt:lpstr>What employers want today…</vt:lpstr>
      <vt:lpstr>2026 Security Analyst Research</vt:lpstr>
      <vt:lpstr>A letter to employers…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Lynch</dc:creator>
  <cp:lastModifiedBy>Bradley Voris</cp:lastModifiedBy>
  <cp:revision>2</cp:revision>
  <dcterms:created xsi:type="dcterms:W3CDTF">2025-11-17T22:06:00Z</dcterms:created>
  <dcterms:modified xsi:type="dcterms:W3CDTF">2026-08-20T15:08:06Z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0x0101009ACC9DC8DFE19D428A9A6D5BFFCA86A2</vt:lpwstr>
  </property>
</Properties>
</file>